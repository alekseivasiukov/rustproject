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4" r:id="rId11"/>
    <p:sldId id="267" r:id="rId12"/>
    <p:sldId id="263" r:id="rId13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83" autoAdjust="0"/>
  </p:normalViewPr>
  <p:slideViewPr>
    <p:cSldViewPr snapToGrid="0">
      <p:cViewPr varScale="1">
        <p:scale>
          <a:sx n="95" d="100"/>
          <a:sy n="95" d="100"/>
        </p:scale>
        <p:origin x="39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68165-806D-4D09-82ED-A6C59C8DF60D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C018E-6F97-46D3-9E45-9548E8E0FFE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75935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0C018E-6F97-46D3-9E45-9548E8E0FFEC}" type="slidenum">
              <a:rPr lang="en-150" smtClean="0"/>
              <a:t>3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5379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2390-FEC3-E7B8-2658-0A0E8A316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615D7-B540-5D99-3090-B2A5E649D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DC1F9-EAE1-CD78-0E21-83C15784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F83D-A063-4699-C880-A49148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F91F-8D29-4FC9-6225-D9BFD391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7793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E8A6-BA90-885F-E4BB-F66E517A8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D0FB-2C7E-D662-33A0-EF741CF4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017BE-0D8E-8CEB-2E9E-0D20C43B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D78D3-6B6E-3508-8CB7-EC590508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C5FBA-9257-00F3-4192-11460552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6812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9F77-E06B-CF02-A02E-8C8B88B2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34956-09D8-90EA-364F-A52B38E3B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1030-C178-E34D-516C-23841756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2CB45-3869-74B4-034E-910965FB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AF63-FC20-DF5B-0536-79826448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6690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81C5-FB5F-5EE5-E317-41A3C260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BA832-D8CC-98A6-0796-4C427317E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8B73A-06CB-57C8-E01E-5FB77544B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33804-C703-305D-FAC3-207EB4C8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5CA43-7308-9E16-4B83-588EB2E7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35F73-7F22-5202-55BC-F1F6916A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7817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816A-ABF1-E327-C18A-F3803066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7A597-684C-797A-3C5B-A62CC7AB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1411A-26AF-5E5B-0ABB-B262F2152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68496-8DE6-CD87-A63F-ADE52846E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EC947-66CC-A867-49C2-953D44866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45C5C-9699-3AE5-1C0A-B4FB8502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7C5F-9CFC-C292-B1F8-7DC06B28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EF686-E306-27BA-7A04-28C91AF9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15805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8B1B-2DB0-0996-BC37-B04E9A48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45001-6153-27AE-6D12-E102A4D7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216B0-2FC1-36D4-68BA-AAE88C4C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E1283-F48E-0BBF-F85C-724DA689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75229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00432-51F5-8B43-91BC-8FF422D3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DD3C8-4E14-B5AF-1FE2-5B32D87B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63D0C-A75C-5374-534A-221C578D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2864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5EE1-DD7E-8AD6-592B-0C653124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85A0-B33F-8AF3-BCCA-75B6728A5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45CB2-0E00-1833-0416-4C58DB11E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59B19-A619-0E2F-F443-9D4F46220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9997C-BBAE-F282-CACF-2C9336F6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E16CD-7A1E-3D37-E89B-913C5457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1531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B349-2CAF-66E7-7208-AC337F56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B01E0-8A9C-7C52-ADCB-543C8EC4D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B22D9-57F7-65CC-CBB9-8D5762CCA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CB049-F557-8525-AA1D-EE8C0FFB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68A46-E86D-858C-0CF4-625816FE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1F559-A03B-A83B-57A8-7759325A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60570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9F57-D351-A4E5-0628-43C5AD57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F7429-F6F8-328F-CEAD-F6A98076C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C855-7D8E-3982-9F17-92127CED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39FA-2765-99DE-FB11-72FACBA6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E730F-3BEC-8A3B-7C2B-AA504480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6201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BC09D-2734-681E-E932-ADB23EFD4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437A3-177E-375A-77BB-4297E1664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E03C6-C445-E7AB-2A92-C01E38C2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536A7-CC36-7984-E50D-4A4C0339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E0059-D7F8-9DDC-F665-361C7699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70733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9690B-EE09-7A72-89ED-4B3A1ABFF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C4F5A-59D3-54B6-FA35-B9DB94EC7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FA7D-2E2D-8014-1CC5-392E1A0FB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76BF4-89A9-4C6B-8F44-58099DC018B3}" type="datetimeFigureOut">
              <a:rPr lang="en-150" smtClean="0"/>
              <a:t>22/09/2026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FF130-D4D5-AEF5-BF7B-F10098077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3B9E-D447-3DC6-B3E3-FB49AE70E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EC460-1F50-4898-A7DA-63C8EE08D2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1701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7B5F2-BA77-74FF-C37B-97F973B5C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RUST project</a:t>
            </a:r>
            <a:br>
              <a:rPr lang="en-150" dirty="0"/>
            </a:br>
            <a:br>
              <a:rPr lang="en-150" dirty="0"/>
            </a:b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F1D1B-41DB-6D1F-3524-5EF084BA89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Aleksei </a:t>
            </a:r>
            <a:r>
              <a:rPr lang="en-US" dirty="0" err="1"/>
              <a:t>Vasiukóv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52071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D62A-574F-788B-1098-584AD68C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94098-F7BF-B16C-6983-2076C6631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EB4FEC-0C4D-8607-1097-E406C85C5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152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4EF9E6-183C-AC0F-56E9-4BF7776863D3}"/>
              </a:ext>
            </a:extLst>
          </p:cNvPr>
          <p:cNvSpPr/>
          <p:nvPr/>
        </p:nvSpPr>
        <p:spPr>
          <a:xfrm>
            <a:off x="461818" y="1487055"/>
            <a:ext cx="11111346" cy="37592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380C34-FAF3-EA30-E24F-67211E1CD470}"/>
              </a:ext>
            </a:extLst>
          </p:cNvPr>
          <p:cNvSpPr/>
          <p:nvPr/>
        </p:nvSpPr>
        <p:spPr>
          <a:xfrm>
            <a:off x="73891" y="144260"/>
            <a:ext cx="6945746" cy="12105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3E5A2-0139-2C18-86A7-8E8137E4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“Grand Auto-Battler”</a:t>
            </a:r>
            <a:br>
              <a:rPr lang="en-150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47CF-13CA-4AFB-867B-1985045BC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913"/>
            <a:ext cx="10515600" cy="4351338"/>
          </a:xfrm>
        </p:spPr>
        <p:txBody>
          <a:bodyPr/>
          <a:lstStyle/>
          <a:p>
            <a:r>
              <a:rPr lang="en-US" dirty="0"/>
              <a:t>Data-driven journalling game engine for automatic simulation of the turn-based battle sequences. Core library, backend and console/</a:t>
            </a:r>
            <a:r>
              <a:rPr lang="en-US" dirty="0" err="1"/>
              <a:t>webUI</a:t>
            </a:r>
            <a:r>
              <a:rPr lang="en-US" dirty="0"/>
              <a:t> clients.</a:t>
            </a:r>
            <a:endParaRPr lang="en-150" dirty="0"/>
          </a:p>
          <a:p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9BA3-2BD9-17DB-2FEE-271DC5C24C56}"/>
              </a:ext>
            </a:extLst>
          </p:cNvPr>
          <p:cNvSpPr txBox="1"/>
          <p:nvPr/>
        </p:nvSpPr>
        <p:spPr>
          <a:xfrm>
            <a:off x="932688" y="3913631"/>
            <a:ext cx="10515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Planned technologies</a:t>
            </a:r>
            <a:endParaRPr lang="en-150" dirty="0"/>
          </a:p>
          <a:p>
            <a:r>
              <a:rPr lang="en-US" dirty="0"/>
              <a:t>Planned: </a:t>
            </a:r>
            <a:r>
              <a:rPr lang="en-US" b="1" dirty="0"/>
              <a:t>RustV1.97, TOML, JSON, Tokio, AXUM, </a:t>
            </a:r>
            <a:r>
              <a:rPr lang="en-US" dirty="0" err="1"/>
              <a:t>ratatui</a:t>
            </a:r>
            <a:r>
              <a:rPr lang="en-US" dirty="0"/>
              <a:t>, </a:t>
            </a:r>
            <a:r>
              <a:rPr lang="en-US" dirty="0" err="1"/>
              <a:t>gRPC</a:t>
            </a:r>
            <a:r>
              <a:rPr lang="en-US" dirty="0"/>
              <a:t>, llama.cpp, Angular(WebUI </a:t>
            </a:r>
            <a:r>
              <a:rPr lang="en-US" dirty="0" err="1"/>
              <a:t>JSframework</a:t>
            </a:r>
            <a:r>
              <a:rPr lang="en-US" dirty="0"/>
              <a:t>), </a:t>
            </a:r>
            <a:r>
              <a:rPr lang="en-US" dirty="0" err="1"/>
              <a:t>sCSS</a:t>
            </a:r>
            <a:r>
              <a:rPr lang="en-US" dirty="0"/>
              <a:t>, docker/</a:t>
            </a:r>
            <a:r>
              <a:rPr lang="en-US" dirty="0" err="1"/>
              <a:t>podman</a:t>
            </a:r>
            <a:r>
              <a:rPr lang="en-US" dirty="0"/>
              <a:t>, VPS hosting with domain name</a:t>
            </a:r>
            <a:endParaRPr lang="en-150" dirty="0"/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974217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14B4-336E-02B8-9E2D-A9C8C57B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FD81A-C326-5C60-AEB1-44077133E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Video games are my hobby. (to keep motivation)</a:t>
            </a:r>
            <a:endParaRPr lang="en-150" dirty="0"/>
          </a:p>
          <a:p>
            <a:pPr lvl="0"/>
            <a:r>
              <a:rPr lang="en-US" dirty="0"/>
              <a:t>This game genre (auto-battler) is allowing me to start from console app with TUI, and continue with complexing things up with </a:t>
            </a:r>
            <a:r>
              <a:rPr lang="en-US" dirty="0" err="1"/>
              <a:t>WebUI</a:t>
            </a:r>
            <a:r>
              <a:rPr lang="en-US" dirty="0"/>
              <a:t>. </a:t>
            </a:r>
            <a:endParaRPr lang="en-150" dirty="0"/>
          </a:p>
          <a:p>
            <a:pPr lvl="0"/>
            <a:r>
              <a:rPr lang="en-US" dirty="0"/>
              <a:t>Memory allocation and effective caching – are important skills to train for any programming language. </a:t>
            </a:r>
            <a:endParaRPr lang="en-150" dirty="0"/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00622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20087F-D6A0-60B6-A8C8-468543D07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907" y="3429000"/>
            <a:ext cx="6628598" cy="37285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504A2E-FC87-AD35-1EEB-91174241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150" dirty="0"/>
              <a:t>RUST RELATION</a:t>
            </a:r>
            <a:br>
              <a:rPr lang="en-US" dirty="0"/>
            </a:br>
            <a:r>
              <a:rPr lang="en-US" sz="2000" dirty="0"/>
              <a:t>these will be done with rust</a:t>
            </a:r>
            <a:endParaRPr lang="en-150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C059-7E0D-979D-4862-EF3B7C10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Game Engine: All game mechanics will be implemented with Rust language and cargo crates: </a:t>
            </a:r>
          </a:p>
          <a:p>
            <a:pPr lvl="1"/>
            <a:r>
              <a:rPr lang="en-US" sz="1800" dirty="0"/>
              <a:t>TOML-files parsing, </a:t>
            </a:r>
          </a:p>
          <a:p>
            <a:pPr lvl="1"/>
            <a:r>
              <a:rPr lang="en-US" sz="1800" dirty="0"/>
              <a:t>Characters generation with their type-specific parameters , </a:t>
            </a:r>
          </a:p>
          <a:p>
            <a:pPr lvl="1"/>
            <a:r>
              <a:rPr lang="en-US" sz="1800" dirty="0"/>
              <a:t>Concatenation of their random names, </a:t>
            </a:r>
          </a:p>
          <a:p>
            <a:pPr lvl="1"/>
            <a:r>
              <a:rPr lang="en-US" sz="1800" dirty="0"/>
              <a:t>Generating battle and its command-pattern journal, </a:t>
            </a:r>
          </a:p>
          <a:p>
            <a:pPr lvl="1"/>
            <a:r>
              <a:rPr lang="en-US" sz="1800" dirty="0"/>
              <a:t>Keeping games data for multiple parallel instances</a:t>
            </a:r>
          </a:p>
          <a:p>
            <a:pPr lvl="1"/>
            <a:endParaRPr lang="en-US" sz="1800" dirty="0"/>
          </a:p>
          <a:p>
            <a:r>
              <a:rPr lang="en-US" sz="1800" dirty="0"/>
              <a:t>Console App: </a:t>
            </a:r>
          </a:p>
          <a:p>
            <a:pPr lvl="1"/>
            <a:r>
              <a:rPr lang="en-US" sz="1800" dirty="0"/>
              <a:t>Input/output done with </a:t>
            </a:r>
            <a:r>
              <a:rPr lang="en-US" sz="1800" dirty="0" err="1"/>
              <a:t>crossterm</a:t>
            </a:r>
            <a:r>
              <a:rPr lang="en-US" sz="1800" dirty="0"/>
              <a:t> crate and with </a:t>
            </a:r>
            <a:r>
              <a:rPr lang="en-US" sz="1800" dirty="0" err="1"/>
              <a:t>ratatui</a:t>
            </a:r>
            <a:r>
              <a:rPr lang="en-US" sz="1800" dirty="0"/>
              <a:t> later.</a:t>
            </a:r>
          </a:p>
          <a:p>
            <a:pPr lvl="1"/>
            <a:r>
              <a:rPr lang="en-US" sz="1800" dirty="0"/>
              <a:t>State machine of main game cycle will be written in rust</a:t>
            </a:r>
          </a:p>
          <a:p>
            <a:pPr lvl="1"/>
            <a:endParaRPr lang="en-US" sz="1800" dirty="0"/>
          </a:p>
          <a:p>
            <a:r>
              <a:rPr lang="en-US" sz="1800" dirty="0"/>
              <a:t>Backend Server:</a:t>
            </a:r>
          </a:p>
          <a:p>
            <a:pPr lvl="1"/>
            <a:r>
              <a:rPr lang="en-US" sz="1800" dirty="0"/>
              <a:t>Maintaining asynchronous work with engine with </a:t>
            </a:r>
            <a:r>
              <a:rPr lang="en-US" sz="1800" dirty="0" err="1"/>
              <a:t>tokio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Processing REST requests with Axum.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150" sz="1800" dirty="0"/>
          </a:p>
        </p:txBody>
      </p:sp>
    </p:spTree>
    <p:extLst>
      <p:ext uri="{BB962C8B-B14F-4D97-AF65-F5344CB8AC3E}">
        <p14:creationId xmlns:p14="http://schemas.microsoft.com/office/powerpoint/2010/main" val="200040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066B-C41A-CC42-30EE-EA2485F8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150" dirty="0"/>
              <a:t>OTHER PLANNED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A191-EC1C-212A-0B56-856D99C9A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Game engine is client-agnostic and shipped with wrapper: console or </a:t>
            </a:r>
            <a:r>
              <a:rPr lang="en-US" sz="2400" dirty="0" err="1"/>
              <a:t>webUI</a:t>
            </a:r>
            <a:r>
              <a:rPr lang="en-US" sz="2400" dirty="0"/>
              <a:t> backend server.</a:t>
            </a:r>
          </a:p>
          <a:p>
            <a:r>
              <a:rPr lang="en-US" sz="2400" dirty="0"/>
              <a:t>Rest Backend server: </a:t>
            </a:r>
          </a:p>
          <a:p>
            <a:pPr lvl="1"/>
            <a:r>
              <a:rPr lang="en-US" sz="1800" dirty="0"/>
              <a:t>will utilize JSON for data serialization, as industry standard</a:t>
            </a:r>
          </a:p>
          <a:p>
            <a:pPr lvl="1"/>
            <a:r>
              <a:rPr lang="en-US" sz="1800" dirty="0"/>
              <a:t>Planned to be placed on VPS hosting with dedicated domain name (not Microsoft/azure/</a:t>
            </a:r>
            <a:r>
              <a:rPr lang="en-US" sz="1800" dirty="0" err="1"/>
              <a:t>aws</a:t>
            </a:r>
            <a:r>
              <a:rPr lang="en-US" sz="1800" dirty="0"/>
              <a:t>/</a:t>
            </a:r>
            <a:r>
              <a:rPr lang="en-US" sz="1800" dirty="0" err="1"/>
              <a:t>capgemini</a:t>
            </a:r>
            <a:r>
              <a:rPr lang="en-US" sz="1800" dirty="0"/>
              <a:t> servers), to keep full control over it, so it’s </a:t>
            </a:r>
            <a:r>
              <a:rPr lang="en-US" sz="1800" dirty="0" err="1"/>
              <a:t>linux</a:t>
            </a:r>
            <a:r>
              <a:rPr lang="en-US" sz="1800" dirty="0"/>
              <a:t>, nginx, ssh, https</a:t>
            </a:r>
          </a:p>
          <a:p>
            <a:pPr lvl="1"/>
            <a:r>
              <a:rPr lang="en-US" sz="1800" dirty="0"/>
              <a:t>If time constrains will allow – make it containerized with </a:t>
            </a:r>
            <a:r>
              <a:rPr lang="en-US" sz="1800" dirty="0" err="1"/>
              <a:t>podman</a:t>
            </a:r>
            <a:r>
              <a:rPr lang="en-US" sz="1800" dirty="0"/>
              <a:t> (to be independent from Docker’s policies).</a:t>
            </a:r>
          </a:p>
          <a:p>
            <a:r>
              <a:rPr lang="en-US" sz="2400" dirty="0"/>
              <a:t>WebUI</a:t>
            </a:r>
          </a:p>
          <a:p>
            <a:pPr lvl="1"/>
            <a:r>
              <a:rPr lang="en-US" sz="1800" dirty="0"/>
              <a:t>Component-based Typescript-powered engine, like Angular or React.</a:t>
            </a:r>
          </a:p>
          <a:p>
            <a:pPr lvl="1"/>
            <a:r>
              <a:rPr lang="en-US" sz="1800" dirty="0" err="1"/>
              <a:t>sCSS</a:t>
            </a:r>
            <a:r>
              <a:rPr lang="en-US" sz="1800" dirty="0"/>
              <a:t> as styles framework, for modern appearance, while keeping it simple.</a:t>
            </a:r>
          </a:p>
          <a:p>
            <a:pPr lvl="1"/>
            <a:r>
              <a:rPr lang="en-US" sz="1800" dirty="0"/>
              <a:t>Hosted on Netlify with dedicated Domain name</a:t>
            </a:r>
          </a:p>
        </p:txBody>
      </p:sp>
    </p:spTree>
    <p:extLst>
      <p:ext uri="{BB962C8B-B14F-4D97-AF65-F5344CB8AC3E}">
        <p14:creationId xmlns:p14="http://schemas.microsoft.com/office/powerpoint/2010/main" val="378976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5D98-6BFD-0CAD-61A7-CBA2B12F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150" dirty="0"/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CB69D-E372-D16E-FE19-B4BC5732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832" y="1478153"/>
            <a:ext cx="10515600" cy="4351338"/>
          </a:xfrm>
        </p:spPr>
        <p:txBody>
          <a:bodyPr/>
          <a:lstStyle/>
          <a:p>
            <a:r>
              <a:rPr lang="en-US" dirty="0"/>
              <a:t>Game is auto-battler, but simplified, since you only have one interactive action – set up your team roster. You are choosing your fighters and after that game is generating whole battle for you against random enemies. Whatever would be the outcome – the next you will be prompted to set up a new team to start battle against new enemies. Even with concept so simple, it’s still engaging to try out all possible combinations, and game have potential for visual richness in </a:t>
            </a:r>
            <a:r>
              <a:rPr lang="en-US" dirty="0" err="1"/>
              <a:t>webUI</a:t>
            </a:r>
            <a:r>
              <a:rPr lang="en-US" dirty="0"/>
              <a:t>, including special effects made with CSS.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1C0A0-1017-1965-6772-EA0EB6AB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687668"/>
            <a:ext cx="7085157" cy="21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3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50E4-D04B-2A7C-B331-9131574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Gameplay. Calculations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732E-88B2-7194-64A4-A6F517F12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4952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Every unit is balanced to have equal parameters point spread in the way, specific to his proficiency. </a:t>
            </a:r>
            <a:br>
              <a:rPr lang="en-US" dirty="0"/>
            </a:br>
            <a:r>
              <a:rPr lang="en-US" dirty="0"/>
              <a:t>Health, Attack, Range and Defense (making together H.A.R.D system) allowing game units to be distinguished and balanced in the same time.</a:t>
            </a:r>
          </a:p>
          <a:p>
            <a:r>
              <a:rPr lang="en-US" dirty="0"/>
              <a:t>Range and Defense are calculating chance to be hit and amount of damage based on Attack against another’s </a:t>
            </a:r>
            <a:r>
              <a:rPr lang="en-US" dirty="0" err="1"/>
              <a:t>hitpoints</a:t>
            </a:r>
            <a:r>
              <a:rPr lang="en-US" dirty="0"/>
              <a:t> initially defined by Health.</a:t>
            </a:r>
          </a:p>
          <a:p>
            <a:r>
              <a:rPr lang="en-US" dirty="0"/>
              <a:t>Even having proficiency, we still make characters differ within their proficiency, adding 3 bonus points to random parameters and 1 penalty point to the rest parameter. So, If you have 4 knights, they will be unique.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57417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AD7F-E501-2B8A-C207-8BB950DE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5C4764-21F4-5BA0-9DF5-D65A8F5BA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3192"/>
            <a:ext cx="12289398" cy="855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1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61300C-6CBA-E937-7289-06A8D3376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19764"/>
            <a:ext cx="12040668" cy="65220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A59170-06C8-9D9B-D91E-CAC348E1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085" y="5532437"/>
            <a:ext cx="9697131" cy="822643"/>
          </a:xfrm>
        </p:spPr>
        <p:txBody>
          <a:bodyPr>
            <a:noAutofit/>
          </a:bodyPr>
          <a:lstStyle/>
          <a:p>
            <a:r>
              <a:rPr lang="en-US" sz="2400" dirty="0"/>
              <a:t>If you are not wearing an armor of any type, you cannot be considered as protected, and your Defense is 0, because you are vulnerable for any weapon blow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320358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5FD20-FBA1-D2E0-9683-6CB11253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 UI planned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8A261-AEA1-5F55-FAE0-A12954F6F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092" y="-11006"/>
            <a:ext cx="3988186" cy="686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44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CF0FC4-BCC9-BBC8-ECF2-89ED39EDF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328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959E12-E303-9DBC-5CEA-E7807228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attention!	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2A36-AA91-3B27-1EB3-E3AD3509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48220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612</Words>
  <Application>Microsoft Office PowerPoint</Application>
  <PresentationFormat>Widescreen</PresentationFormat>
  <Paragraphs>48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The RUST project  </vt:lpstr>
      <vt:lpstr>PowerPoint Presentation</vt:lpstr>
      <vt:lpstr>“Grand Auto-Battler” </vt:lpstr>
      <vt:lpstr>MOTIVATION</vt:lpstr>
      <vt:lpstr>RUST RELATION these will be done with rust</vt:lpstr>
      <vt:lpstr>OTHER PLANNED TECHNOLOGIES</vt:lpstr>
      <vt:lpstr>GAMEPLAY</vt:lpstr>
      <vt:lpstr>Gameplay. Calculations</vt:lpstr>
      <vt:lpstr>PowerPoint Presentation</vt:lpstr>
      <vt:lpstr>If you are not wearing an armor of any type, you cannot be considered as protected, and your Defense is 0, because you are vulnerable for any weapon blow</vt:lpstr>
      <vt:lpstr>Web UI planned architecture</vt:lpstr>
      <vt:lpstr>Thank you for attention! 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Vasiukov, Aleksei</dc:creator>
  <cp:lastModifiedBy>Vasiukov, Aleksei</cp:lastModifiedBy>
  <cp:revision>29</cp:revision>
  <dcterms:created xsi:type="dcterms:W3CDTF">2026-06-16T19:19:47Z</dcterms:created>
  <dcterms:modified xsi:type="dcterms:W3CDTF">2026-09-22T09:37:59Z</dcterms:modified>
</cp:coreProperties>
</file>