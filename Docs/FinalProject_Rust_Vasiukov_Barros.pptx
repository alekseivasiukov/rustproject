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65" r:id="rId3"/>
    <p:sldId id="257" r:id="rId4"/>
    <p:sldId id="258" r:id="rId5"/>
    <p:sldId id="259" r:id="rId6"/>
    <p:sldId id="260" r:id="rId7"/>
    <p:sldId id="261" r:id="rId8"/>
    <p:sldId id="262" r:id="rId9"/>
    <p:sldId id="266" r:id="rId10"/>
    <p:sldId id="264" r:id="rId11"/>
    <p:sldId id="267" r:id="rId12"/>
    <p:sldId id="263" r:id="rId13"/>
  </p:sldIdLst>
  <p:sldSz cx="12192000" cy="6858000"/>
  <p:notesSz cx="6858000" cy="9144000"/>
  <p:defaultTextStyle>
    <a:defPPr>
      <a:defRPr lang="en-150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outlineView">
  <p:normalViewPr showOutlineIcons="0">
    <p:restoredLeft sz="34587" autoAdjust="0"/>
    <p:restoredTop sz="86483" autoAdjust="0"/>
  </p:normalViewPr>
  <p:slideViewPr>
    <p:cSldViewPr snapToGrid="0">
      <p:cViewPr>
        <p:scale>
          <a:sx n="66" d="100"/>
          <a:sy n="66" d="100"/>
        </p:scale>
        <p:origin x="1188" y="84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15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668165-806D-4D09-82ED-A6C59C8DF60D}" type="datetimeFigureOut">
              <a:rPr lang="en-150" smtClean="0"/>
              <a:t>19/06/2026</a:t>
            </a:fld>
            <a:endParaRPr lang="en-15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15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15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0C018E-6F97-46D3-9E45-9548E8E0FFEC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2759355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0C018E-6F97-46D3-9E45-9548E8E0FFEC}" type="slidenum">
              <a:rPr lang="en-150" smtClean="0"/>
              <a:t>3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24537992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D2390-FEC3-E7B8-2658-0A0E8A3163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9615D7-B540-5D99-3090-B2A5E649D9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15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8DC1F9-EAE1-CD78-0E21-83C157849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B76BF4-89A9-4C6B-8F44-58099DC018B3}" type="datetimeFigureOut">
              <a:rPr lang="en-150" smtClean="0"/>
              <a:t>19/06/2026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02F83D-A063-4699-C880-A49148351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9CF91F-8D29-4FC9-6225-D9BFD3910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2EC460-1F50-4898-A7DA-63C8EE08D2B2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4779358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6E8A6-BA90-885F-E4BB-F66E517A8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ED0FB-2C7E-D662-33A0-EF741CF4CF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3017BE-0D8E-8CEB-2E9E-0D20C43BF8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B76BF4-89A9-4C6B-8F44-58099DC018B3}" type="datetimeFigureOut">
              <a:rPr lang="en-150" smtClean="0"/>
              <a:t>19/06/2026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4D78D3-6B6E-3508-8CB7-EC5905080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3C5FBA-9257-00F3-4192-114605529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2EC460-1F50-4898-A7DA-63C8EE08D2B2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1268127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F9F77-E06B-CF02-A02E-8C8B88B262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234956-09D8-90EA-364F-A52B38E3B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3B1030-C178-E34D-516C-238417567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B76BF4-89A9-4C6B-8F44-58099DC018B3}" type="datetimeFigureOut">
              <a:rPr lang="en-150" smtClean="0"/>
              <a:t>19/06/2026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D2CB45-3869-74B4-034E-910965FBE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46AF63-FC20-DF5B-0536-79826448A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2EC460-1F50-4898-A7DA-63C8EE08D2B2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35669014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D81C5-FB5F-5EE5-E317-41A3C2609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2BA832-D8CC-98A6-0796-4C427317EB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F8B73A-06CB-57C8-E01E-5FB77544B3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A33804-C703-305D-FAC3-207EB4C8F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B76BF4-89A9-4C6B-8F44-58099DC018B3}" type="datetimeFigureOut">
              <a:rPr lang="en-150" smtClean="0"/>
              <a:t>19/06/2026</a:t>
            </a:fld>
            <a:endParaRPr lang="en-15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45CA43-7308-9E16-4B83-588EB2E76A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335F73-7F22-5202-55BC-F1F6916A1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2EC460-1F50-4898-A7DA-63C8EE08D2B2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2781757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D816A-ABF1-E327-C18A-F38030669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97A597-684C-797A-3C5B-A62CC7ABFD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91411A-26AF-5E5B-0ABB-B262F21528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B68496-8DE6-CD87-A63F-ADE52846EA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BEC947-66CC-A867-49C2-953D4486643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9E45C5C-9699-3AE5-1C0A-B4FB8502B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B76BF4-89A9-4C6B-8F44-58099DC018B3}" type="datetimeFigureOut">
              <a:rPr lang="en-150" smtClean="0"/>
              <a:t>19/06/2026</a:t>
            </a:fld>
            <a:endParaRPr lang="en-15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1827C5F-9CFC-C292-B1F8-7DC06B28B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5EF686-E306-27BA-7A04-28C91AF9E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2EC460-1F50-4898-A7DA-63C8EE08D2B2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31580511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E8B1B-2DB0-0996-BC37-B04E9A48B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CE45001-6153-27AE-6D12-E102A4D72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B76BF4-89A9-4C6B-8F44-58099DC018B3}" type="datetimeFigureOut">
              <a:rPr lang="en-150" smtClean="0"/>
              <a:t>19/06/2026</a:t>
            </a:fld>
            <a:endParaRPr lang="en-15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D216B0-2FC1-36D4-68BA-AAE88C4CE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1E1283-F48E-0BBF-F85C-724DA689A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2EC460-1F50-4898-A7DA-63C8EE08D2B2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17522938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B00432-51F5-8B43-91BC-8FF422D33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B76BF4-89A9-4C6B-8F44-58099DC018B3}" type="datetimeFigureOut">
              <a:rPr lang="en-150" smtClean="0"/>
              <a:t>19/06/2026</a:t>
            </a:fld>
            <a:endParaRPr lang="en-15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0DD3C8-4E14-B5AF-1FE2-5B32D87BF9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763D0C-A75C-5374-534A-221C578DB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2EC460-1F50-4898-A7DA-63C8EE08D2B2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24286460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C5EE1-DD7E-8AD6-592B-0C653124E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9585A0-B33F-8AF3-BCCA-75B6728A58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645CB2-0E00-1833-0416-4C58DB11ED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E59B19-A619-0E2F-F443-9D4F46220A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B76BF4-89A9-4C6B-8F44-58099DC018B3}" type="datetimeFigureOut">
              <a:rPr lang="en-150" smtClean="0"/>
              <a:t>19/06/2026</a:t>
            </a:fld>
            <a:endParaRPr lang="en-15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29997C-BBAE-F282-CACF-2C9336F635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FE16CD-7A1E-3D37-E89B-913C54573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2EC460-1F50-4898-A7DA-63C8EE08D2B2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35153186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DB349-2CAF-66E7-7208-AC337F56D4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AB01E0-8A9C-7C52-ADCB-543C8EC4D12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1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2B22D9-57F7-65CC-CBB9-8D5762CCA2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3CB049-F557-8525-AA1D-EE8C0FFB4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B76BF4-89A9-4C6B-8F44-58099DC018B3}" type="datetimeFigureOut">
              <a:rPr lang="en-150" smtClean="0"/>
              <a:t>19/06/2026</a:t>
            </a:fld>
            <a:endParaRPr lang="en-15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C68A46-E86D-858C-0CF4-625816FE59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D1F559-A03B-A83B-57A8-7759325A0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2EC460-1F50-4898-A7DA-63C8EE08D2B2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6057033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3E9F57-D351-A4E5-0628-43C5AD57C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5F7429-F6F8-328F-CEAD-F6A98076CA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33C855-7D8E-3982-9F17-92127CED94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B76BF4-89A9-4C6B-8F44-58099DC018B3}" type="datetimeFigureOut">
              <a:rPr lang="en-150" smtClean="0"/>
              <a:t>19/06/2026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A39FA-2765-99DE-FB11-72FACBA68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DE730F-3BEC-8A3B-7C2B-AA5044802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2EC460-1F50-4898-A7DA-63C8EE08D2B2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5620179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5BC09D-2734-681E-E932-ADB23EFD455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0437A3-177E-375A-77BB-4297E16641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8E03C6-C445-E7AB-2A92-C01E38C23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B76BF4-89A9-4C6B-8F44-58099DC018B3}" type="datetimeFigureOut">
              <a:rPr lang="en-150" smtClean="0"/>
              <a:t>19/06/2026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F536A7-CC36-7984-E50D-4A4C03393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E0059-D7F8-9DDC-F665-361C7699A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2EC460-1F50-4898-A7DA-63C8EE08D2B2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707335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BB9690B-EE09-7A72-89ED-4B3A1ABFFB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4C4F5A-59D3-54B6-FA35-B9DB94EC7D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A4FA7D-2E2D-8014-1CC5-392E1A0FB0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B76BF4-89A9-4C6B-8F44-58099DC018B3}" type="datetimeFigureOut">
              <a:rPr lang="en-150" smtClean="0"/>
              <a:t>19/06/2026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4FF130-D4D5-AEF5-BF7B-F100980779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CF3B9E-D447-3DC6-B3E3-FB49AE70E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2EC460-1F50-4898-A7DA-63C8EE08D2B2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517013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150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7B5F2-BA77-74FF-C37B-97F973B5C18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The RUST project</a:t>
            </a:r>
            <a:br>
              <a:rPr lang="en-150" dirty="0"/>
            </a:br>
            <a:br>
              <a:rPr lang="en-150" dirty="0"/>
            </a:br>
            <a:endParaRPr lang="en-15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1F1D1B-41DB-6D1F-3524-5EF084BA899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Aleksei </a:t>
            </a:r>
            <a:r>
              <a:rPr lang="en-US" dirty="0" err="1"/>
              <a:t>Vasiukóv</a:t>
            </a:r>
            <a:r>
              <a:rPr lang="en-US" dirty="0"/>
              <a:t> and </a:t>
            </a:r>
            <a:r>
              <a:rPr lang="en-150" dirty="0"/>
              <a:t>Maurício Barros.</a:t>
            </a:r>
          </a:p>
        </p:txBody>
      </p:sp>
    </p:spTree>
    <p:extLst>
      <p:ext uri="{BB962C8B-B14F-4D97-AF65-F5344CB8AC3E}">
        <p14:creationId xmlns:p14="http://schemas.microsoft.com/office/powerpoint/2010/main" val="5207192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8D62A-574F-788B-1098-584AD68C7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15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1E94098-F7BF-B16C-6983-2076C6631F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81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1652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7EB4FEC-0C4D-8607-1097-E406C85C58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81524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14EF9E6-183C-AC0F-56E9-4BF7776863D3}"/>
              </a:ext>
            </a:extLst>
          </p:cNvPr>
          <p:cNvSpPr/>
          <p:nvPr/>
        </p:nvSpPr>
        <p:spPr>
          <a:xfrm>
            <a:off x="461818" y="1487055"/>
            <a:ext cx="11111346" cy="3759200"/>
          </a:xfrm>
          <a:prstGeom prst="roundRect">
            <a:avLst/>
          </a:prstGeom>
          <a:solidFill>
            <a:schemeClr val="accent1">
              <a:lumMod val="20000"/>
              <a:lumOff val="80000"/>
              <a:alpha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6380C34-FAF3-EA30-E24F-67211E1CD470}"/>
              </a:ext>
            </a:extLst>
          </p:cNvPr>
          <p:cNvSpPr/>
          <p:nvPr/>
        </p:nvSpPr>
        <p:spPr>
          <a:xfrm>
            <a:off x="73891" y="144260"/>
            <a:ext cx="6945746" cy="1210500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B3E5A2-0139-2C18-86A7-8E8137E4E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“Grand Auto-Battler”</a:t>
            </a:r>
            <a:br>
              <a:rPr lang="en-150" dirty="0"/>
            </a:br>
            <a:endParaRPr lang="en-15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9847CF-13CA-4AFB-867B-1985045BC4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3913"/>
            <a:ext cx="10515600" cy="4351338"/>
          </a:xfrm>
        </p:spPr>
        <p:txBody>
          <a:bodyPr/>
          <a:lstStyle/>
          <a:p>
            <a:r>
              <a:rPr lang="en-US" dirty="0"/>
              <a:t>Data-driven journalling game engine for automatic simulation of the turn-based battle sequences. Core library, backend and console/</a:t>
            </a:r>
            <a:r>
              <a:rPr lang="en-US" dirty="0" err="1"/>
              <a:t>webUI</a:t>
            </a:r>
            <a:r>
              <a:rPr lang="en-US" dirty="0"/>
              <a:t> clients.</a:t>
            </a:r>
            <a:endParaRPr lang="en-150" dirty="0"/>
          </a:p>
          <a:p>
            <a:endParaRPr lang="en-15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179BA3-2BD9-17DB-2FEE-271DC5C24C56}"/>
              </a:ext>
            </a:extLst>
          </p:cNvPr>
          <p:cNvSpPr txBox="1"/>
          <p:nvPr/>
        </p:nvSpPr>
        <p:spPr>
          <a:xfrm>
            <a:off x="932688" y="3913631"/>
            <a:ext cx="1051560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Planned technologies</a:t>
            </a:r>
            <a:endParaRPr lang="en-150" dirty="0"/>
          </a:p>
          <a:p>
            <a:r>
              <a:rPr lang="en-US" dirty="0"/>
              <a:t>Planned: </a:t>
            </a:r>
            <a:r>
              <a:rPr lang="en-US" b="1" dirty="0"/>
              <a:t>RustV1.97, TOML, JSON, Tokio, AXUM, </a:t>
            </a:r>
            <a:r>
              <a:rPr lang="en-US" dirty="0" err="1"/>
              <a:t>ratatui</a:t>
            </a:r>
            <a:r>
              <a:rPr lang="en-US" dirty="0"/>
              <a:t>, </a:t>
            </a:r>
            <a:r>
              <a:rPr lang="en-US" dirty="0" err="1"/>
              <a:t>gRPC</a:t>
            </a:r>
            <a:r>
              <a:rPr lang="en-US" dirty="0"/>
              <a:t>, llama.cpp, Angular(WebUI </a:t>
            </a:r>
            <a:r>
              <a:rPr lang="en-US" dirty="0" err="1"/>
              <a:t>JSframework</a:t>
            </a:r>
            <a:r>
              <a:rPr lang="en-US" dirty="0"/>
              <a:t>), </a:t>
            </a:r>
            <a:r>
              <a:rPr lang="en-US" dirty="0" err="1"/>
              <a:t>sCSS</a:t>
            </a:r>
            <a:r>
              <a:rPr lang="en-US" dirty="0"/>
              <a:t>, docker/</a:t>
            </a:r>
            <a:r>
              <a:rPr lang="en-US" dirty="0" err="1"/>
              <a:t>podman</a:t>
            </a:r>
            <a:r>
              <a:rPr lang="en-US" dirty="0"/>
              <a:t>, VPS hosting with domain name</a:t>
            </a:r>
            <a:endParaRPr lang="en-150" dirty="0"/>
          </a:p>
          <a:p>
            <a:endParaRPr lang="en-150" dirty="0"/>
          </a:p>
        </p:txBody>
      </p:sp>
    </p:spTree>
    <p:extLst>
      <p:ext uri="{BB962C8B-B14F-4D97-AF65-F5344CB8AC3E}">
        <p14:creationId xmlns:p14="http://schemas.microsoft.com/office/powerpoint/2010/main" val="2974217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D14B4-336E-02B8-9E2D-A9C8C57B6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en-15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EFD81A-C326-5C60-AEB1-44077133E3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Video games are our common interest, Aleksei and Mauricio. (to keep motivation)</a:t>
            </a:r>
            <a:endParaRPr lang="en-150" dirty="0"/>
          </a:p>
          <a:p>
            <a:pPr lvl="0"/>
            <a:r>
              <a:rPr lang="en-US" dirty="0"/>
              <a:t>This game genre (auto-battler) is allowing us to start from console app with TUI, and continue with complexing things up. </a:t>
            </a:r>
            <a:endParaRPr lang="en-150" dirty="0"/>
          </a:p>
          <a:p>
            <a:pPr lvl="0"/>
            <a:r>
              <a:rPr lang="en-US" dirty="0"/>
              <a:t>Memory allocation and effective caching – are important skills to train for any programming language. </a:t>
            </a:r>
            <a:endParaRPr lang="en-150" dirty="0"/>
          </a:p>
          <a:p>
            <a:endParaRPr lang="en-150" dirty="0"/>
          </a:p>
        </p:txBody>
      </p:sp>
    </p:spTree>
    <p:extLst>
      <p:ext uri="{BB962C8B-B14F-4D97-AF65-F5344CB8AC3E}">
        <p14:creationId xmlns:p14="http://schemas.microsoft.com/office/powerpoint/2010/main" val="10062262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020087F-D6A0-60B6-A8C8-468543D07F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5907" y="3429000"/>
            <a:ext cx="6628598" cy="372858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9504A2E-FC87-AD35-1EEB-911742415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150" dirty="0"/>
              <a:t>RUST RELATION</a:t>
            </a:r>
            <a:br>
              <a:rPr lang="en-US" dirty="0"/>
            </a:br>
            <a:r>
              <a:rPr lang="en-US" sz="2000" dirty="0"/>
              <a:t>these will be done with rust</a:t>
            </a:r>
            <a:endParaRPr lang="en-150" sz="2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FCC059-7E0D-979D-4862-EF3B7C105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1800" dirty="0"/>
              <a:t>Game Engine: All game mechanics will be implemented with Rust language and cargo crates: </a:t>
            </a:r>
          </a:p>
          <a:p>
            <a:pPr lvl="1"/>
            <a:r>
              <a:rPr lang="en-US" sz="1800" dirty="0"/>
              <a:t>TOML-files parsing, </a:t>
            </a:r>
          </a:p>
          <a:p>
            <a:pPr lvl="1"/>
            <a:r>
              <a:rPr lang="en-US" sz="1800" dirty="0"/>
              <a:t>Characters generation with their type-specific parameters , </a:t>
            </a:r>
          </a:p>
          <a:p>
            <a:pPr lvl="1"/>
            <a:r>
              <a:rPr lang="en-US" sz="1800" dirty="0"/>
              <a:t>Concatenation of their random names, </a:t>
            </a:r>
          </a:p>
          <a:p>
            <a:pPr lvl="1"/>
            <a:r>
              <a:rPr lang="en-US" sz="1800" dirty="0"/>
              <a:t>Generating battle and its command-pattern journal, </a:t>
            </a:r>
          </a:p>
          <a:p>
            <a:pPr lvl="1"/>
            <a:r>
              <a:rPr lang="en-US" sz="1800" dirty="0"/>
              <a:t>Keeping games data for multiple parallel instances</a:t>
            </a:r>
          </a:p>
          <a:p>
            <a:pPr lvl="1"/>
            <a:endParaRPr lang="en-US" sz="1800" dirty="0"/>
          </a:p>
          <a:p>
            <a:r>
              <a:rPr lang="en-US" sz="1800" dirty="0"/>
              <a:t>Console App: </a:t>
            </a:r>
          </a:p>
          <a:p>
            <a:pPr lvl="1"/>
            <a:r>
              <a:rPr lang="en-US" sz="1800" dirty="0"/>
              <a:t>Input/output done with </a:t>
            </a:r>
            <a:r>
              <a:rPr lang="en-US" sz="1800" dirty="0" err="1"/>
              <a:t>crossterm</a:t>
            </a:r>
            <a:r>
              <a:rPr lang="en-US" sz="1800" dirty="0"/>
              <a:t> crate and with </a:t>
            </a:r>
            <a:r>
              <a:rPr lang="en-US" sz="1800" dirty="0" err="1"/>
              <a:t>ratatui</a:t>
            </a:r>
            <a:r>
              <a:rPr lang="en-US" sz="1800" dirty="0"/>
              <a:t> later.</a:t>
            </a:r>
          </a:p>
          <a:p>
            <a:pPr lvl="1"/>
            <a:r>
              <a:rPr lang="en-US" sz="1800" dirty="0"/>
              <a:t>State machine of main game cycle will be written in rust</a:t>
            </a:r>
          </a:p>
          <a:p>
            <a:pPr lvl="1"/>
            <a:endParaRPr lang="en-US" sz="1800" dirty="0"/>
          </a:p>
          <a:p>
            <a:r>
              <a:rPr lang="en-US" sz="1800" dirty="0"/>
              <a:t>Backend Server:</a:t>
            </a:r>
          </a:p>
          <a:p>
            <a:pPr lvl="1"/>
            <a:r>
              <a:rPr lang="en-US" sz="1800" dirty="0"/>
              <a:t>Maintaining asynchronous work with engine with </a:t>
            </a:r>
            <a:r>
              <a:rPr lang="en-US" sz="1800" dirty="0" err="1"/>
              <a:t>tokio</a:t>
            </a:r>
            <a:r>
              <a:rPr lang="en-US" sz="1800" dirty="0"/>
              <a:t>.</a:t>
            </a:r>
          </a:p>
          <a:p>
            <a:pPr lvl="1"/>
            <a:r>
              <a:rPr lang="en-US" sz="1800" dirty="0"/>
              <a:t>Processing REST requests with Axum.</a:t>
            </a:r>
          </a:p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  <a:p>
            <a:endParaRPr lang="en-150" sz="1800" dirty="0"/>
          </a:p>
        </p:txBody>
      </p:sp>
    </p:spTree>
    <p:extLst>
      <p:ext uri="{BB962C8B-B14F-4D97-AF65-F5344CB8AC3E}">
        <p14:creationId xmlns:p14="http://schemas.microsoft.com/office/powerpoint/2010/main" val="20004059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3066B-C41A-CC42-30EE-EA2485F89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150" dirty="0"/>
              <a:t>OTHER PLANNED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C1A191-EC1C-212A-0B56-856D99C9A4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Game engine is client-agnostic and shipped with wrapper: console or </a:t>
            </a:r>
            <a:r>
              <a:rPr lang="en-US" sz="2400" dirty="0" err="1"/>
              <a:t>webUI</a:t>
            </a:r>
            <a:r>
              <a:rPr lang="en-US" sz="2400" dirty="0"/>
              <a:t> backend server.</a:t>
            </a:r>
          </a:p>
          <a:p>
            <a:r>
              <a:rPr lang="en-US" sz="2400" dirty="0"/>
              <a:t>Rest Backend server: </a:t>
            </a:r>
          </a:p>
          <a:p>
            <a:pPr lvl="1"/>
            <a:r>
              <a:rPr lang="en-US" sz="1800" dirty="0"/>
              <a:t>will utilize JSON for data serialization, as industry standard</a:t>
            </a:r>
          </a:p>
          <a:p>
            <a:pPr lvl="1"/>
            <a:r>
              <a:rPr lang="en-US" sz="1800" dirty="0"/>
              <a:t>Planned to be placed on VPS hosting with dedicated domain name (not Microsoft/azure/</a:t>
            </a:r>
            <a:r>
              <a:rPr lang="en-US" sz="1800" dirty="0" err="1"/>
              <a:t>aws</a:t>
            </a:r>
            <a:r>
              <a:rPr lang="en-US" sz="1800" dirty="0"/>
              <a:t>/</a:t>
            </a:r>
            <a:r>
              <a:rPr lang="en-US" sz="1800" dirty="0" err="1"/>
              <a:t>capgemini</a:t>
            </a:r>
            <a:r>
              <a:rPr lang="en-US" sz="1800" dirty="0"/>
              <a:t> servers), to keep full control over it, so it’s </a:t>
            </a:r>
            <a:r>
              <a:rPr lang="en-US" sz="1800" dirty="0" err="1"/>
              <a:t>linux</a:t>
            </a:r>
            <a:r>
              <a:rPr lang="en-US" sz="1800" dirty="0"/>
              <a:t>, nginx, ssh, https</a:t>
            </a:r>
          </a:p>
          <a:p>
            <a:pPr lvl="1"/>
            <a:r>
              <a:rPr lang="en-US" sz="1800" dirty="0"/>
              <a:t>If time constrains will allow – make it containerized with </a:t>
            </a:r>
            <a:r>
              <a:rPr lang="en-US" sz="1800" dirty="0" err="1"/>
              <a:t>podman</a:t>
            </a:r>
            <a:r>
              <a:rPr lang="en-US" sz="1800" dirty="0"/>
              <a:t> (to be independent from Docker’s policies).</a:t>
            </a:r>
          </a:p>
          <a:p>
            <a:r>
              <a:rPr lang="en-US" sz="2400" dirty="0"/>
              <a:t>WebUI</a:t>
            </a:r>
          </a:p>
          <a:p>
            <a:pPr lvl="1"/>
            <a:r>
              <a:rPr lang="en-US" sz="1800" dirty="0"/>
              <a:t>Component-based Typescript-powered engine, like Angular or React.</a:t>
            </a:r>
          </a:p>
          <a:p>
            <a:pPr lvl="1"/>
            <a:r>
              <a:rPr lang="en-US" sz="1800" dirty="0" err="1"/>
              <a:t>sCSS</a:t>
            </a:r>
            <a:r>
              <a:rPr lang="en-US" sz="1800" dirty="0"/>
              <a:t> as styles framework, for modern appearance, while keeping it simple.</a:t>
            </a:r>
          </a:p>
          <a:p>
            <a:pPr lvl="1"/>
            <a:r>
              <a:rPr lang="en-US" sz="1800" dirty="0"/>
              <a:t>Hosted on Netlify with dedicated Domain name</a:t>
            </a:r>
          </a:p>
        </p:txBody>
      </p:sp>
    </p:spTree>
    <p:extLst>
      <p:ext uri="{BB962C8B-B14F-4D97-AF65-F5344CB8AC3E}">
        <p14:creationId xmlns:p14="http://schemas.microsoft.com/office/powerpoint/2010/main" val="37897614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A5D98-6BFD-0CAD-61A7-CBA2B12FD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150" dirty="0"/>
              <a:t>GAMEPLAY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CB69D-E372-D16E-FE19-B4BC57323B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6832" y="1478153"/>
            <a:ext cx="10515600" cy="4351338"/>
          </a:xfrm>
        </p:spPr>
        <p:txBody>
          <a:bodyPr/>
          <a:lstStyle/>
          <a:p>
            <a:r>
              <a:rPr lang="en-US" dirty="0"/>
              <a:t>Game is auto-battler, but simplified, since you only have one interactive action – set up your team roster. You are choosing your fighters and after that game is generating whole battle for you against random enemies. Whatever would be the outcome – the next you will be prompted to set up a new team to start battle against new enemies. Even with concept so simple, it’s still engaging to try out all possible combinations, and game have potential for visual richness in </a:t>
            </a:r>
            <a:r>
              <a:rPr lang="en-US" dirty="0" err="1"/>
              <a:t>webUI</a:t>
            </a:r>
            <a:r>
              <a:rPr lang="en-US" dirty="0"/>
              <a:t>, including special effects made with CSS.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F1C0A0-1017-1965-6772-EA0EB6AB31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0" y="4687668"/>
            <a:ext cx="7085157" cy="2170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9333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950E4-D04B-2A7C-B331-913157423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Gameplay. Calculations</a:t>
            </a:r>
            <a:endParaRPr lang="en-15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8B732E-88B2-7194-64A4-A6F517F123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64952" cy="4351338"/>
          </a:xfrm>
        </p:spPr>
        <p:txBody>
          <a:bodyPr>
            <a:normAutofit fontScale="92500"/>
          </a:bodyPr>
          <a:lstStyle/>
          <a:p>
            <a:r>
              <a:rPr lang="en-US" dirty="0"/>
              <a:t>Every unit is balanced to have equal parameters point spread in the way, specific to his proficiency. </a:t>
            </a:r>
            <a:br>
              <a:rPr lang="en-US" dirty="0"/>
            </a:br>
            <a:r>
              <a:rPr lang="en-US" dirty="0"/>
              <a:t>Health, Attack, Range and Defense (making together H.A.R.D system) allowing game units to be distinguished and balanced in the same time.</a:t>
            </a:r>
          </a:p>
          <a:p>
            <a:r>
              <a:rPr lang="en-US" dirty="0"/>
              <a:t>Range and Defense are calculating chance to be hit and amount of damage based on Attack against another’s </a:t>
            </a:r>
            <a:r>
              <a:rPr lang="en-US" dirty="0" err="1"/>
              <a:t>hitpoints</a:t>
            </a:r>
            <a:r>
              <a:rPr lang="en-US" dirty="0"/>
              <a:t> initially defined by Health.</a:t>
            </a:r>
          </a:p>
          <a:p>
            <a:r>
              <a:rPr lang="en-US" dirty="0"/>
              <a:t>Even having proficiency, we still make characters differ within their proficiency, adding 3 bonus points to random parameters and 1 penalty point to the rest parameter. So, If you have 4 knights, they will be unique.</a:t>
            </a:r>
            <a:endParaRPr lang="en-150" dirty="0"/>
          </a:p>
        </p:txBody>
      </p:sp>
    </p:spTree>
    <p:extLst>
      <p:ext uri="{BB962C8B-B14F-4D97-AF65-F5344CB8AC3E}">
        <p14:creationId xmlns:p14="http://schemas.microsoft.com/office/powerpoint/2010/main" val="25741790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7AD7F-E501-2B8A-C207-8BB950DE2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15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A5C4764-21F4-5BA0-9DF5-D65A8F5BAF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393192"/>
            <a:ext cx="12289398" cy="8552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8180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C61300C-6CBA-E937-7289-06A8D3376D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519764"/>
            <a:ext cx="12040668" cy="65220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4A59170-06C8-9D9B-D91E-CAC348E199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5085" y="5532437"/>
            <a:ext cx="9697131" cy="822643"/>
          </a:xfrm>
        </p:spPr>
        <p:txBody>
          <a:bodyPr>
            <a:noAutofit/>
          </a:bodyPr>
          <a:lstStyle/>
          <a:p>
            <a:r>
              <a:rPr lang="en-US" sz="2400" dirty="0"/>
              <a:t>If you are not wearing an armor of any type, you cannot be considered as protected, and your Defense is 0, because you are vulnerable for any weapon blow</a:t>
            </a:r>
            <a:endParaRPr lang="en-150" sz="2400" dirty="0"/>
          </a:p>
        </p:txBody>
      </p:sp>
    </p:spTree>
    <p:extLst>
      <p:ext uri="{BB962C8B-B14F-4D97-AF65-F5344CB8AC3E}">
        <p14:creationId xmlns:p14="http://schemas.microsoft.com/office/powerpoint/2010/main" val="32035850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A85FD20-FBA1-D2E0-9683-6CB11253E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Final Web UI planned architecture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78A261-AEA1-5F55-FAE0-A12954F6F5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6092" y="-11006"/>
            <a:ext cx="3988186" cy="6869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82443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2CF0FC4-BCC9-BBC8-ECF2-89ED39EDFD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7328" y="0"/>
            <a:ext cx="6858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D959E12-E303-9DBC-5CEA-E78072289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 for attention!	</a:t>
            </a:r>
            <a:endParaRPr lang="en-15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F12A36-AA91-3B27-1EB3-E3AD350980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Any questions?</a:t>
            </a:r>
            <a:endParaRPr lang="en-150" dirty="0"/>
          </a:p>
        </p:txBody>
      </p:sp>
    </p:spTree>
    <p:extLst>
      <p:ext uri="{BB962C8B-B14F-4D97-AF65-F5344CB8AC3E}">
        <p14:creationId xmlns:p14="http://schemas.microsoft.com/office/powerpoint/2010/main" val="34822018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760c494-6550-44b4-8258-77c175d778b7}" enabled="1" method="Privileged" siteId="{76a2ae5a-9f00-4f6b-95ed-5d33d77c4d6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341</TotalTime>
  <Words>620</Words>
  <Application>Microsoft Office PowerPoint</Application>
  <PresentationFormat>Widescreen</PresentationFormat>
  <Paragraphs>48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The RUST project  </vt:lpstr>
      <vt:lpstr>PowerPoint Presentation</vt:lpstr>
      <vt:lpstr>“Grand Auto-Battler” </vt:lpstr>
      <vt:lpstr>MOTIVATION</vt:lpstr>
      <vt:lpstr>RUST RELATION these will be done with rust</vt:lpstr>
      <vt:lpstr>OTHER PLANNED TECHNOLOGIES</vt:lpstr>
      <vt:lpstr>GAMEPLAY</vt:lpstr>
      <vt:lpstr>Gameplay. Calculations</vt:lpstr>
      <vt:lpstr>PowerPoint Presentation</vt:lpstr>
      <vt:lpstr>If you are not wearing an armor of any type, you cannot be considered as protected, and your Defense is 0, because you are vulnerable for any weapon blow</vt:lpstr>
      <vt:lpstr>Final Web UI planned architecture</vt:lpstr>
      <vt:lpstr>Thank you for attention! </vt:lpstr>
    </vt:vector>
  </TitlesOfParts>
  <Company>Capgemini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Vasiukov, Aleksei</dc:creator>
  <cp:lastModifiedBy>Vasiukov, Aleksei</cp:lastModifiedBy>
  <cp:revision>26</cp:revision>
  <dcterms:created xsi:type="dcterms:W3CDTF">2026-06-16T19:19:47Z</dcterms:created>
  <dcterms:modified xsi:type="dcterms:W3CDTF">2026-06-19T14:01:35Z</dcterms:modified>
</cp:coreProperties>
</file>